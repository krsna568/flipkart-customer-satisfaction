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embeddedFontLst>
    <p:embeddedFont>
      <p:font typeface="Play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igkPMuUFsg1pVEnQ46CrmmzxHJ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Play-regular.fnt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font" Target="fonts/Pl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6bb67ae1f9_7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6bb67ae1f9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US"/>
              <a:t>Flipkart project</a:t>
            </a:r>
            <a:br>
              <a:rPr lang="en-US"/>
            </a:b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bb67ae1f9_7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Submission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6bb67ae1f9_7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ipynb file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video – atleast 7mins ..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Zoom , Loom, OBS Studio..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2th Nov – deadline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97" name="Google Shape;97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075" y="365125"/>
            <a:ext cx="12466200" cy="566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103" name="Google Shape;103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2850" y="872225"/>
            <a:ext cx="9006300" cy="548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109" name="Google Shape;109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9400" y="1976650"/>
            <a:ext cx="9853200" cy="358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115" name="Google Shape;115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9800" y="2028100"/>
            <a:ext cx="11934300" cy="350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121" name="Google Shape;121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7329" y="149550"/>
            <a:ext cx="12266700" cy="655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 txBox="1"/>
          <p:nvPr>
            <p:ph type="title"/>
          </p:nvPr>
        </p:nvSpPr>
        <p:spPr>
          <a:xfrm>
            <a:off x="679450" y="1775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127" name="Google Shape;127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6550" y="812075"/>
            <a:ext cx="11035500" cy="551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2025-03-09T11:49:18Z</dcterms:created>
  <dc:creator>Vipul Sonawane</dc:creator>
</cp:coreProperties>
</file>